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0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7F8C4D-67D5-7AC1-8235-F3A06C11F56B}" name="Patrick Colbert" initials="PC" userId="S::pcolbert@evolent.com::05f8ddb7-c6b9-47ff-b705-ac04347daedf" providerId="AD"/>
  <p188:author id="{800E61AE-DF6B-00E4-57B9-38A0AE8F6A79}" name="Emily Rester" initials="ER" userId="S::ERester@evolent.com::9728fa32-ec7b-4a75-a462-a8700ae236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6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23B95-B028-4A8D-8474-1AA7C9F1B3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1DFFF-DD42-4C58-A095-A8A07C7C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9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header-1 column-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A8AB8F-CEC0-F2B3-EC86-C87D0E350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304" y="1659005"/>
            <a:ext cx="11096540" cy="4270741"/>
          </a:xfrm>
        </p:spPr>
        <p:txBody>
          <a:bodyPr>
            <a:no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  <a:lvl2pPr>
              <a:defRPr b="1" i="0">
                <a:latin typeface="Arial" panose="020B0604020202020204" pitchFamily="34" charset="0"/>
              </a:defRPr>
            </a:lvl2pPr>
            <a:lvl3pPr>
              <a:defRPr b="1" i="0">
                <a:latin typeface="Arial" panose="020B0604020202020204" pitchFamily="34" charset="0"/>
              </a:defRPr>
            </a:lvl3pPr>
            <a:lvl4pPr>
              <a:defRPr b="1" i="0"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defRPr b="1" i="0">
                <a:latin typeface="Arial" panose="020B0604020202020204" pitchFamily="34" charset="0"/>
              </a:defRPr>
            </a:lvl5pPr>
          </a:lstStyle>
          <a:p>
            <a:pPr marL="228554" marR="0" lvl="0" indent="-228554" algn="l" defTabSz="914217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 styles</a:t>
            </a:r>
          </a:p>
          <a:p>
            <a:pPr marL="685663" marR="0" lvl="1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1142771" marR="0" lvl="2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1599880" marR="0" lvl="3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2056989" marR="0" lvl="4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4E5A1855-E5C8-CC9B-D184-B02603E00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F7E194-1AAA-ADBF-238D-5F02475A7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866742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header-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70CD959-AD26-E9B3-C890-7019FA0FEF9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3" y="1659004"/>
            <a:ext cx="11096541" cy="4270741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4E5A1855-E5C8-CC9B-D184-B02603E00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734F7-489D-0C43-B9A6-93234C5FF2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67505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header-subhead-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1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52ED2D1-7C44-C5C2-63E7-D88789FAEF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1631296"/>
            <a:ext cx="11096541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4B67-2F3C-B0BF-3AAA-054C10D87F4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3" y="2138747"/>
            <a:ext cx="11096541" cy="3790998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6660AB87-2E89-FF81-5989-597A0D030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631658F-8BBB-E6C8-76CD-D63F9B373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1580377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header-2 column-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8EAC73-E091-E742-9E8A-6E9449FDCD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1631296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98D312-48D4-72D1-3C4A-C522E380F8C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3" y="2143166"/>
            <a:ext cx="5203585" cy="37865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CB3FBE-4FD9-F1C1-94D3-FFC3898BB8D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38259" y="1631296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86DA7-5558-36D7-FEE7-786EFBFEB1F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38259" y="2143166"/>
            <a:ext cx="5203585" cy="37865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724249A0-BBB2-E9D1-09C0-6DFEA7B9B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C0D95B-9825-A7D3-39A9-367B566C1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309143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header with subhead - 2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DF4400A-7DFF-AB7C-2DE1-5FF6AD697A5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3" y="2000202"/>
            <a:ext cx="5203585" cy="392954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A71EB-68D9-6BF3-C456-BBF24F99A44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38258" y="2000202"/>
            <a:ext cx="5203585" cy="392954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43F2A2-5CA0-F3D4-6EAA-BA1D65D23E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1271079"/>
            <a:ext cx="11096540" cy="65470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Headline Subhead at 40pt – Try and keep to 1 line</a:t>
            </a:r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1E814863-C876-22FC-2314-74CBB0D2A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CA463EA-D7DE-F294-0E86-EFDA61C45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128128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header-1 column-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5D544A-27E5-D871-BA8C-4672205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89204"/>
            <a:ext cx="11096540" cy="1325563"/>
          </a:xfrm>
        </p:spPr>
        <p:txBody>
          <a:bodyPr>
            <a:noAutofit/>
          </a:bodyPr>
          <a:lstStyle>
            <a:lvl1pPr>
              <a:defRPr sz="3599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</a:t>
            </a:r>
            <a:br>
              <a:rPr lang="en-US"/>
            </a:br>
            <a:r>
              <a:rPr lang="en-US"/>
              <a:t>Header with up to 2 lines of copy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CFEFA5-31A7-9E60-41E7-921905259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304" y="1922239"/>
            <a:ext cx="11096540" cy="4007506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b="1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b="1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b="1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b="1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b="1" i="0">
                <a:latin typeface="Arial" panose="020B0604020202020204" pitchFamily="34" charset="0"/>
              </a:defRPr>
            </a:lvl5pPr>
          </a:lstStyle>
          <a:p>
            <a:pPr marL="228554" marR="0" lvl="0" indent="-228554" algn="l" defTabSz="914217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 styles</a:t>
            </a:r>
          </a:p>
          <a:p>
            <a:pPr marL="685663" marR="0" lvl="1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1142771" marR="0" lvl="2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1599880" marR="0" lvl="3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2056989" marR="0" lvl="4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15CF0AA1-7760-850B-50C5-E912157C8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0FA46F9-D4C2-3B5E-BADD-F1A0DADA37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337498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header-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5D544A-27E5-D871-BA8C-4672205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89204"/>
            <a:ext cx="11096540" cy="1325563"/>
          </a:xfrm>
        </p:spPr>
        <p:txBody>
          <a:bodyPr>
            <a:noAutofit/>
          </a:bodyPr>
          <a:lstStyle>
            <a:lvl1pPr>
              <a:defRPr sz="3599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</a:t>
            </a:r>
            <a:br>
              <a:rPr lang="en-US"/>
            </a:br>
            <a:r>
              <a:rPr lang="en-US"/>
              <a:t>Header with up to 2 lines of copy</a:t>
            </a:r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15CF0AA1-7760-850B-50C5-E912157C8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1DC719-D9B0-9107-B318-D945E027C49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45304" y="1922239"/>
            <a:ext cx="11096540" cy="4007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0" i="0">
                <a:latin typeface="Arial" panose="020B06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35F12-9823-F00F-65DF-4CCE118B89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309482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header-subhead-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5D544A-27E5-D871-BA8C-4672205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89204"/>
            <a:ext cx="11096540" cy="1325563"/>
          </a:xfrm>
        </p:spPr>
        <p:txBody>
          <a:bodyPr>
            <a:noAutofit/>
          </a:bodyPr>
          <a:lstStyle>
            <a:lvl1pPr>
              <a:defRPr sz="3599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</a:t>
            </a:r>
            <a:br>
              <a:rPr lang="en-US"/>
            </a:br>
            <a:r>
              <a:rPr lang="en-US"/>
              <a:t>Header with up to 2 lines of copy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CFEFA5-31A7-9E60-41E7-92190525964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2530475"/>
            <a:ext cx="11096540" cy="3399270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latin typeface="Arial" panose="020B06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E7290-C45D-75AC-CBDC-913DE64B197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45304" y="2046931"/>
            <a:ext cx="11096540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7" name="Footer Placeholder 13">
            <a:extLst>
              <a:ext uri="{FF2B5EF4-FFF2-40B4-BE49-F238E27FC236}">
                <a16:creationId xmlns:a16="http://schemas.microsoft.com/office/drawing/2014/main" id="{8488595C-B35D-965F-3AFD-5018CE6B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4C67861-C604-70BE-ECC4-5CB11FE701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9104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header-2 column-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5D544A-27E5-D871-BA8C-4672205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89204"/>
            <a:ext cx="11096540" cy="1325563"/>
          </a:xfrm>
        </p:spPr>
        <p:txBody>
          <a:bodyPr>
            <a:noAutofit/>
          </a:bodyPr>
          <a:lstStyle>
            <a:lvl1pPr>
              <a:defRPr sz="3599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</a:t>
            </a:r>
            <a:br>
              <a:rPr lang="en-US"/>
            </a:br>
            <a:r>
              <a:rPr lang="en-US"/>
              <a:t>Header with up to 2 lines of copy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8EE1470-3C44-1EED-F239-0E242A3F040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4" y="2130058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57026-C571-E76A-69D3-CE55A61AF2A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45303" y="2631768"/>
            <a:ext cx="5203585" cy="366067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5F510E-BE3E-E434-5EDB-3773280624D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26253" y="2119898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9966B7B-66B6-E3B9-C7B8-6A04989E354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26252" y="2631768"/>
            <a:ext cx="5203585" cy="366067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837BF41D-2C46-6620-D501-02D5AED45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3A53C-8438-CB83-D775-2F559AEBF8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69608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 header-1 column-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695B70B-6EB4-4E6B-049C-F9F939EF77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5" y="795151"/>
            <a:ext cx="5203583" cy="1325563"/>
          </a:xfrm>
        </p:spPr>
        <p:txBody>
          <a:bodyPr>
            <a:noAutofit/>
          </a:bodyPr>
          <a:lstStyle>
            <a:lvl1pPr>
              <a:defRPr sz="3599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</a:t>
            </a:r>
            <a:br>
              <a:rPr lang="en-US"/>
            </a:br>
            <a:r>
              <a:rPr lang="en-US"/>
              <a:t>Header with up to </a:t>
            </a:r>
            <a:br>
              <a:rPr lang="en-US"/>
            </a:br>
            <a:r>
              <a:rPr lang="en-US"/>
              <a:t>3 lines of copy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810ACE3-7E97-50F5-A40A-43096C0A12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2559548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BE17C4-1999-AA2E-045F-5993CE8DC0B0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3" y="3094708"/>
            <a:ext cx="5203585" cy="319773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752DEC2-4621-1F21-BEC1-3CB6DAA6A84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26253" y="795151"/>
            <a:ext cx="5215591" cy="549729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Image placeholder</a:t>
            </a:r>
          </a:p>
        </p:txBody>
      </p:sp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B971F406-C9B9-8593-FEC0-3B3A16903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1A062CC-C6BB-A87E-377E-AAEABEA83F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158190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 header-1 column-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695B70B-6EB4-4E6B-049C-F9F939EF77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5" y="795151"/>
            <a:ext cx="5203583" cy="1325563"/>
          </a:xfrm>
        </p:spPr>
        <p:txBody>
          <a:bodyPr>
            <a:noAutofit/>
          </a:bodyPr>
          <a:lstStyle>
            <a:lvl1pPr>
              <a:defRPr sz="3599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</a:t>
            </a:r>
            <a:br>
              <a:rPr lang="en-US"/>
            </a:br>
            <a:r>
              <a:rPr lang="en-US"/>
              <a:t>Header with up to </a:t>
            </a:r>
            <a:br>
              <a:rPr lang="en-US"/>
            </a:br>
            <a:r>
              <a:rPr lang="en-US"/>
              <a:t>3 lines of copy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810ACE3-7E97-50F5-A40A-43096C0A12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2559548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BE17C4-1999-AA2E-045F-5993CE8DC0B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45303" y="3094708"/>
            <a:ext cx="5203585" cy="3197735"/>
          </a:xfrm>
        </p:spPr>
        <p:txBody>
          <a:bodyPr>
            <a:noAutofit/>
          </a:bodyPr>
          <a:lstStyle>
            <a:lvl1pPr marL="228554" indent="-22855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742801" indent="-285693"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2pPr>
            <a:lvl3pPr marL="1142771" indent="-228554"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3pPr>
            <a:lvl4pPr marL="1599880" indent="-228554"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4pPr>
            <a:lvl5pPr marL="2056989" indent="-228554"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58C7-74C8-25D3-D1C5-E199B88A4B0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26253" y="795151"/>
            <a:ext cx="5215591" cy="549729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Image placeholder</a:t>
            </a:r>
          </a:p>
        </p:txBody>
      </p:sp>
      <p:sp>
        <p:nvSpPr>
          <p:cNvPr id="5" name="Footer Placeholder 13">
            <a:extLst>
              <a:ext uri="{FF2B5EF4-FFF2-40B4-BE49-F238E27FC236}">
                <a16:creationId xmlns:a16="http://schemas.microsoft.com/office/drawing/2014/main" id="{B383BE4F-301B-85F6-E113-C6DA17A70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C1D740A-C327-2D2E-08B0-980FB40538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2563977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ine header-blank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2E182A-BA9A-AEEB-4C9D-D8F68EC3FB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latin typeface="+mj-lt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83310FE6-D876-A13B-9ABC-05A31632A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23E1FA-763C-FDC5-15FB-A32E74791B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3257468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header-blank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2B72-F647-334F-62D8-46F0AC999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1325563"/>
          </a:xfrm>
        </p:spPr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</a:t>
            </a:r>
            <a:br>
              <a:rPr lang="en-US"/>
            </a:br>
            <a:r>
              <a:rPr lang="en-US"/>
              <a:t>Header with up to 2 lines of copy</a:t>
            </a:r>
          </a:p>
        </p:txBody>
      </p:sp>
      <p:sp>
        <p:nvSpPr>
          <p:cNvPr id="5" name="Footer Placeholder 13">
            <a:extLst>
              <a:ext uri="{FF2B5EF4-FFF2-40B4-BE49-F238E27FC236}">
                <a16:creationId xmlns:a16="http://schemas.microsoft.com/office/drawing/2014/main" id="{9EEE177C-3EAF-F25E-57D6-B09676E6E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A310-F292-F89D-0905-634653B535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68257"/>
            <a:ext cx="5678459" cy="3651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Source: 18pt gray</a:t>
            </a:r>
          </a:p>
        </p:txBody>
      </p:sp>
    </p:spTree>
    <p:extLst>
      <p:ext uri="{BB962C8B-B14F-4D97-AF65-F5344CB8AC3E}">
        <p14:creationId xmlns:p14="http://schemas.microsoft.com/office/powerpoint/2010/main" val="3143510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69387" y="212273"/>
            <a:ext cx="11648919" cy="1061357"/>
          </a:xfrm>
        </p:spPr>
        <p:txBody>
          <a:bodyPr>
            <a:normAutofit/>
          </a:bodyPr>
          <a:lstStyle>
            <a:lvl1pPr>
              <a:defRPr sz="3998" baseline="0"/>
            </a:lvl1pPr>
          </a:lstStyle>
          <a:p>
            <a:r>
              <a:rPr lang="en-US"/>
              <a:t>Slide titles in sentence case that is able to make it across two sentences</a:t>
            </a:r>
          </a:p>
        </p:txBody>
      </p:sp>
      <p:sp>
        <p:nvSpPr>
          <p:cNvPr id="3" name="Footer Placeholder 13">
            <a:extLst>
              <a:ext uri="{FF2B5EF4-FFF2-40B4-BE49-F238E27FC236}">
                <a16:creationId xmlns:a16="http://schemas.microsoft.com/office/drawing/2014/main" id="{0D140D34-E4ED-AD68-DA12-9D66529B954D}"/>
              </a:ext>
            </a:extLst>
          </p:cNvPr>
          <p:cNvSpPr txBox="1">
            <a:spLocks/>
          </p:cNvSpPr>
          <p:nvPr userDrawn="1"/>
        </p:nvSpPr>
        <p:spPr>
          <a:xfrm>
            <a:off x="7935340" y="6368364"/>
            <a:ext cx="4114264" cy="365125"/>
          </a:xfrm>
          <a:prstGeom prst="rect">
            <a:avLst/>
          </a:prstGeom>
        </p:spPr>
        <p:txBody>
          <a:bodyPr vert="horz" lIns="45708" tIns="22854" rIns="45708" bIns="22854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/>
              <a:t>Evolent  |  Confidential—Do not distribute  |  </a:t>
            </a:r>
            <a:fld id="{4B2996C3-7A65-AD4F-B402-3612E3E92445}" type="slidenum">
              <a:rPr lang="en-US" sz="900" smtClean="0"/>
              <a:pPr algn="r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76850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line header - 1 column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305" y="1659006"/>
            <a:ext cx="10808495" cy="427074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612FF0-1C0E-9768-D93E-7ADD4E3897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5" y="490352"/>
            <a:ext cx="10808495" cy="96372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</p:spTree>
    <p:extLst>
      <p:ext uri="{BB962C8B-B14F-4D97-AF65-F5344CB8AC3E}">
        <p14:creationId xmlns:p14="http://schemas.microsoft.com/office/powerpoint/2010/main" val="3589287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1 line header-1 column-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A8AB8F-CEC0-F2B3-EC86-C87D0E350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304" y="1659005"/>
            <a:ext cx="11096540" cy="4270741"/>
          </a:xfrm>
        </p:spPr>
        <p:txBody>
          <a:bodyPr>
            <a:noAutofit/>
          </a:bodyPr>
          <a:lstStyle>
            <a:lvl1pPr>
              <a:defRPr b="1" i="0">
                <a:latin typeface="Arial" panose="020B0604020202020204" pitchFamily="34" charset="0"/>
              </a:defRPr>
            </a:lvl1pPr>
            <a:lvl2pPr>
              <a:defRPr b="1" i="0">
                <a:latin typeface="Arial" panose="020B0604020202020204" pitchFamily="34" charset="0"/>
              </a:defRPr>
            </a:lvl2pPr>
            <a:lvl3pPr>
              <a:defRPr b="1" i="0">
                <a:latin typeface="Arial" panose="020B0604020202020204" pitchFamily="34" charset="0"/>
              </a:defRPr>
            </a:lvl3pPr>
            <a:lvl4pPr>
              <a:defRPr b="1" i="0"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defRPr b="1" i="0">
                <a:latin typeface="Arial" panose="020B0604020202020204" pitchFamily="34" charset="0"/>
              </a:defRPr>
            </a:lvl5pPr>
          </a:lstStyle>
          <a:p>
            <a:pPr marL="228554" marR="0" lvl="0" indent="-228554" algn="l" defTabSz="914217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 styles</a:t>
            </a:r>
          </a:p>
          <a:p>
            <a:pPr marL="685663" marR="0" lvl="1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1142771" marR="0" lvl="2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1599880" marR="0" lvl="3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2056989" marR="0" lvl="4" indent="-228554" algn="l" defTabSz="914217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2062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4E5A1855-E5C8-CC9B-D184-B02603E00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44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line header - 1 column -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258EF-62F2-93F2-9B93-8ACD9DD998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7976" y="6356350"/>
            <a:ext cx="4114264" cy="365125"/>
          </a:xfrm>
          <a:prstGeom prst="rect">
            <a:avLst/>
          </a:prstGeom>
        </p:spPr>
        <p:txBody>
          <a:bodyPr/>
          <a:lstStyle/>
          <a:p>
            <a:fld id="{4B2996C3-7A65-AD4F-B402-3612E3E92445}" type="slidenum">
              <a:rPr lang="en-US" noProof="0" smtClean="0"/>
              <a:pPr/>
              <a:t>‹#›</a:t>
            </a:fld>
            <a:r>
              <a:rPr lang="en-US" noProof="0"/>
              <a:t>  |  Evolent  |  Confidential—Do not distribute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612FF0-1C0E-9768-D93E-7ADD4E3897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5" y="490352"/>
            <a:ext cx="10808495" cy="963720"/>
          </a:xfrm>
        </p:spPr>
        <p:txBody>
          <a:bodyPr>
            <a:noAutofit/>
          </a:bodyPr>
          <a:lstStyle/>
          <a:p>
            <a:r>
              <a:rPr lang="en-US"/>
              <a:t>Content Slide 72pt – Header with 1 line of copy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7BAA2F-A8EA-7763-4FAD-A9A6B38B18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1631296"/>
            <a:ext cx="1080849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Metropolis Semi Bold" pitchFamily="2" charset="77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463305-E10F-D292-7061-26CC1A458EB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4" y="2138748"/>
            <a:ext cx="10808495" cy="367525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+mn-lt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</p:spTree>
    <p:extLst>
      <p:ext uri="{BB962C8B-B14F-4D97-AF65-F5344CB8AC3E}">
        <p14:creationId xmlns:p14="http://schemas.microsoft.com/office/powerpoint/2010/main" val="77159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1 line header-2 column-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8EAC73-E091-E742-9E8A-6E9449FDCD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1631296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98D312-48D4-72D1-3C4A-C522E380F8C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3" y="2143166"/>
            <a:ext cx="5203585" cy="37865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CB3FBE-4FD9-F1C1-94D3-FFC3898BB8D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38259" y="1631296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86DA7-5558-36D7-FEE7-786EFBFEB1F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38259" y="2143166"/>
            <a:ext cx="5203585" cy="37865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724249A0-BBB2-E9D1-09C0-6DFEA7B9B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322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line header - blank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258EF-62F2-93F2-9B93-8ACD9DD998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47976" y="6356351"/>
            <a:ext cx="4114264" cy="365125"/>
          </a:xfrm>
          <a:prstGeom prst="rect">
            <a:avLst/>
          </a:prstGeom>
        </p:spPr>
        <p:txBody>
          <a:bodyPr/>
          <a:lstStyle/>
          <a:p>
            <a:fld id="{4B2996C3-7A65-AD4F-B402-3612E3E92445}" type="slidenum">
              <a:rPr lang="en-US" noProof="0" smtClean="0"/>
              <a:pPr/>
              <a:t>‹#›</a:t>
            </a:fld>
            <a:r>
              <a:rPr lang="en-US" noProof="0"/>
              <a:t>  |  Evolent  |  Confidential—Do not distribute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612FF0-1C0E-9768-D93E-7ADD4E3897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5" y="573479"/>
            <a:ext cx="10808495" cy="96372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</p:spTree>
    <p:extLst>
      <p:ext uri="{BB962C8B-B14F-4D97-AF65-F5344CB8AC3E}">
        <p14:creationId xmlns:p14="http://schemas.microsoft.com/office/powerpoint/2010/main" val="1462268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1 line header-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70CD959-AD26-E9B3-C890-7019FA0FEF9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3" y="1659004"/>
            <a:ext cx="11096541" cy="4270741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4E5A1855-E5C8-CC9B-D184-B02603E00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0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1 line header-blank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2E182A-BA9A-AEEB-4C9D-D8F68EC3FB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7" b="0" i="0">
                <a:latin typeface="+mj-lt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20EBE8-9708-19F3-D86C-B7AED9FF119E}"/>
              </a:ext>
            </a:extLst>
          </p:cNvPr>
          <p:cNvSpPr txBox="1">
            <a:spLocks/>
          </p:cNvSpPr>
          <p:nvPr userDrawn="1"/>
        </p:nvSpPr>
        <p:spPr>
          <a:xfrm>
            <a:off x="10057091" y="6356350"/>
            <a:ext cx="1997513" cy="501650"/>
          </a:xfrm>
          <a:prstGeom prst="rect">
            <a:avLst/>
          </a:prstGeom>
        </p:spPr>
        <p:txBody>
          <a:bodyPr vert="horz" lIns="45702" tIns="22851" rIns="45702" bIns="22851" rtlCol="0" anchor="ctr"/>
          <a:lstStyle>
            <a:defPPr>
              <a:defRPr lang="en-US"/>
            </a:defPPr>
            <a:lvl1pPr marL="0" algn="r" defTabSz="4572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Evolent  |  </a:t>
            </a:r>
            <a:fld id="{4442D83D-5F00-474E-AA57-8836743C2560}" type="slidenum">
              <a:rPr lang="en-US"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92249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105E124-3A48-4F47-8C85-24074EB78DB1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609599" y="1219200"/>
            <a:ext cx="11039062" cy="4191000"/>
          </a:xfrm>
          <a:prstGeom prst="rect">
            <a:avLst/>
          </a:prstGeom>
        </p:spPr>
        <p:txBody>
          <a:bodyPr vert="horz" wrap="square" lIns="45720" tIns="45720" rIns="45720" bIns="45720" rtlCol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 marL="457109" indent="0">
              <a:buNone/>
              <a:defRPr/>
            </a:lvl2pPr>
          </a:lstStyle>
          <a:p>
            <a:pPr lvl="0"/>
            <a:r>
              <a:rPr lang="en-US"/>
              <a:t>Content Arial 20pt regular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79A70-52F8-B745-A7BB-45C941E6BE18}"/>
              </a:ext>
            </a:extLst>
          </p:cNvPr>
          <p:cNvSpPr txBox="1"/>
          <p:nvPr userDrawn="1"/>
        </p:nvSpPr>
        <p:spPr bwMode="gray">
          <a:xfrm>
            <a:off x="11776248" y="6515578"/>
            <a:ext cx="0" cy="0"/>
          </a:xfrm>
          <a:prstGeom prst="rect">
            <a:avLst/>
          </a:prstGeom>
          <a:noFill/>
        </p:spPr>
        <p:txBody>
          <a:bodyPr wrap="none" lIns="45714" rIns="45714" rtlCol="0">
            <a:noAutofit/>
          </a:bodyPr>
          <a:lstStyle/>
          <a:p>
            <a:pPr algn="l">
              <a:spcBef>
                <a:spcPts val="400"/>
              </a:spcBef>
            </a:pPr>
            <a:endParaRPr lang="en-US" sz="1200" err="1"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DA24440-5EAF-ED4E-966B-1DEB57A5F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762" y="187865"/>
            <a:ext cx="10972800" cy="78246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Slide Titles in Title Case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480DEDE-12A5-4F91-9261-CFEF83744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901078"/>
            <a:ext cx="4406900" cy="257175"/>
          </a:xfrm>
        </p:spPr>
        <p:txBody>
          <a:bodyPr lIns="0" rIns="0" anchor="ctr" anchorCtr="0"/>
          <a:lstStyle>
            <a:lvl1pPr marL="0" indent="0" algn="r"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Source: 8pt gray</a:t>
            </a:r>
          </a:p>
        </p:txBody>
      </p:sp>
    </p:spTree>
    <p:extLst>
      <p:ext uri="{BB962C8B-B14F-4D97-AF65-F5344CB8AC3E}">
        <p14:creationId xmlns:p14="http://schemas.microsoft.com/office/powerpoint/2010/main" val="8296384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1 line header-2 column-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69DB5FE-CFE8-7B1B-C62B-6F8837E6C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8EAC73-E091-E742-9E8A-6E9449FDCD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5304" y="1631296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98D312-48D4-72D1-3C4A-C522E380F8C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45303" y="2143166"/>
            <a:ext cx="5203585" cy="37865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CB3FBE-4FD9-F1C1-94D3-FFC3898BB8D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38259" y="1631296"/>
            <a:ext cx="5203585" cy="365125"/>
          </a:xfr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Subhead at 40pt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86DA7-5558-36D7-FEE7-786EFBFEB1F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38259" y="2143166"/>
            <a:ext cx="5203585" cy="37865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rgbClr val="010622"/>
                </a:solidFill>
                <a:latin typeface="Arial" panose="020B0604020202020204" pitchFamily="34" charset="0"/>
              </a:defRPr>
            </a:lvl1pPr>
            <a:lvl2pPr marL="457109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4" indent="0">
              <a:buNone/>
              <a:defRPr/>
            </a:lvl5pPr>
          </a:lstStyle>
          <a:p>
            <a:pPr lvl="0"/>
            <a:r>
              <a:rPr lang="en-US"/>
              <a:t>Body copy text at 32pt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4DDA26F-C4F8-7C4A-935D-DCCAF8158F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07263"/>
            <a:ext cx="5678459" cy="36512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Footnote: 18pt gray</a:t>
            </a:r>
          </a:p>
        </p:txBody>
      </p:sp>
    </p:spTree>
    <p:extLst>
      <p:ext uri="{BB962C8B-B14F-4D97-AF65-F5344CB8AC3E}">
        <p14:creationId xmlns:p14="http://schemas.microsoft.com/office/powerpoint/2010/main" val="2076070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1 line header-blank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2E182A-BA9A-AEEB-4C9D-D8F68EC3FB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04" y="490352"/>
            <a:ext cx="11096540" cy="963720"/>
          </a:xfrm>
        </p:spPr>
        <p:txBody>
          <a:bodyPr>
            <a:noAutofit/>
          </a:bodyPr>
          <a:lstStyle>
            <a:lvl1pPr>
              <a:defRPr sz="3599" b="0" i="0">
                <a:latin typeface="+mj-lt"/>
              </a:defRPr>
            </a:lvl1pPr>
          </a:lstStyle>
          <a:p>
            <a:r>
              <a:rPr lang="en-US"/>
              <a:t>Content slide 72pt – header with 1 line of copy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0CA4B23-773B-08CB-8E3F-EFB4A14A1F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5303" y="6307263"/>
            <a:ext cx="5678459" cy="36512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buNone/>
              <a:defRPr sz="900">
                <a:solidFill>
                  <a:srgbClr val="89898C"/>
                </a:solidFill>
              </a:defRPr>
            </a:lvl1pPr>
          </a:lstStyle>
          <a:p>
            <a:pPr algn="l"/>
            <a:r>
              <a:rPr lang="en-US"/>
              <a:t>Footnote: 18pt gray</a:t>
            </a:r>
          </a:p>
        </p:txBody>
      </p:sp>
    </p:spTree>
    <p:extLst>
      <p:ext uri="{BB962C8B-B14F-4D97-AF65-F5344CB8AC3E}">
        <p14:creationId xmlns:p14="http://schemas.microsoft.com/office/powerpoint/2010/main" val="20104717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01DD-9431-6CCB-CF08-B6919D3E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A3D1F-7189-EB76-A1E9-D265A586D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211A8-649B-8A7E-FCC1-0D50096536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9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5304" y="490352"/>
            <a:ext cx="110965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Content Slide 72pt</a:t>
            </a:r>
            <a:br>
              <a:rPr lang="en-US"/>
            </a:br>
            <a:r>
              <a:rPr lang="en-US"/>
              <a:t>Header with up to 2 lines of copy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303" y="2005367"/>
            <a:ext cx="11096541" cy="4171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First bullet 40pt</a:t>
            </a:r>
          </a:p>
          <a:p>
            <a:pPr lvl="1"/>
            <a:r>
              <a:rPr lang="en-US"/>
              <a:t>Second bullet 36pt</a:t>
            </a:r>
          </a:p>
          <a:p>
            <a:pPr lvl="2"/>
            <a:r>
              <a:rPr lang="en-US"/>
              <a:t>Third bullet 32pt</a:t>
            </a:r>
          </a:p>
          <a:p>
            <a:pPr lvl="3"/>
            <a:r>
              <a:rPr lang="en-US"/>
              <a:t>Fourth bullet 28pt</a:t>
            </a:r>
          </a:p>
          <a:p>
            <a:pPr lvl="4"/>
            <a:r>
              <a:rPr lang="en-US"/>
              <a:t>Fifth bullet 28pt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AD24A5-3A29-771B-FC4B-6EFCAD5DE99B}"/>
              </a:ext>
            </a:extLst>
          </p:cNvPr>
          <p:cNvSpPr/>
          <p:nvPr userDrawn="1"/>
        </p:nvSpPr>
        <p:spPr>
          <a:xfrm flipV="1">
            <a:off x="0" y="0"/>
            <a:ext cx="12192000" cy="91440"/>
          </a:xfrm>
          <a:prstGeom prst="rect">
            <a:avLst/>
          </a:prstGeom>
          <a:gradFill>
            <a:gsLst>
              <a:gs pos="0">
                <a:srgbClr val="7C1C93"/>
              </a:gs>
              <a:gs pos="12000">
                <a:srgbClr val="692483"/>
              </a:gs>
              <a:gs pos="87000">
                <a:srgbClr val="08DCE2"/>
              </a:gs>
              <a:gs pos="73000">
                <a:srgbClr val="09C9EE"/>
              </a:gs>
              <a:gs pos="59000">
                <a:srgbClr val="17A5E6"/>
              </a:gs>
              <a:gs pos="46000">
                <a:srgbClr val="3575C1"/>
              </a:gs>
              <a:gs pos="35000">
                <a:srgbClr val="4C52A6"/>
              </a:gs>
              <a:gs pos="24000">
                <a:srgbClr val="5D3791"/>
              </a:gs>
              <a:gs pos="100000">
                <a:srgbClr val="08F0D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 b="1" i="0">
              <a:latin typeface="Arial" panose="020B0604020202020204" pitchFamily="34" charset="0"/>
            </a:endParaRPr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5100FF93-E0E8-FD50-46CD-AC5BB8E4C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5340" y="6368363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1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C66ECF-1D0F-05BA-F334-5EBC88D036B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000247-0B59-E7A1-9272-EE5CA54D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D1EFE-BD3F-61FB-552D-C3E34D17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r>
              <a:rPr lang="en-US"/>
              <a:t>Evolent  |  Confidential—Do not distribute  |  </a:t>
            </a:r>
            <a:fld id="{4B2996C3-7A65-AD4F-B402-3612E3E92445}" type="slidenum">
              <a:rPr lang="en-US" smtClean="0"/>
              <a:pPr algn="r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14218"/>
      </p:ext>
    </p:extLst>
  </p:cSld>
  <p:clrMapOvr>
    <a:masterClrMapping/>
  </p:clrMapOvr>
</p:sld>
</file>

<file path=ppt/theme/theme1.xml><?xml version="1.0" encoding="utf-8"?>
<a:theme xmlns:a="http://schemas.openxmlformats.org/drawingml/2006/main" name="2_Content Slides">
  <a:themeElements>
    <a:clrScheme name="Evolent">
      <a:dk1>
        <a:srgbClr val="020623"/>
      </a:dk1>
      <a:lt1>
        <a:srgbClr val="FFFFFF"/>
      </a:lt1>
      <a:dk2>
        <a:srgbClr val="7B1C92"/>
      </a:dk2>
      <a:lt2>
        <a:srgbClr val="9FA7AE"/>
      </a:lt2>
      <a:accent1>
        <a:srgbClr val="5D3791"/>
      </a:accent1>
      <a:accent2>
        <a:srgbClr val="4C51A6"/>
      </a:accent2>
      <a:accent3>
        <a:srgbClr val="3475C1"/>
      </a:accent3>
      <a:accent4>
        <a:srgbClr val="17A5E6"/>
      </a:accent4>
      <a:accent5>
        <a:srgbClr val="08DCE2"/>
      </a:accent5>
      <a:accent6>
        <a:srgbClr val="08F0D4"/>
      </a:accent6>
      <a:hlink>
        <a:srgbClr val="3475C1"/>
      </a:hlink>
      <a:folHlink>
        <a:srgbClr val="7B1C9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volent PowerPoint Template-ARIAL-071823" id="{A6852F67-4B02-AD48-A730-4A6DD3FA858D}" vid="{4D881C63-0EE5-2848-A6B0-21E9F26D4F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Metropolis Semi Bold</vt:lpstr>
      <vt:lpstr>2_Content Slides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Janoe</dc:creator>
  <cp:lastModifiedBy>Sean Janoe</cp:lastModifiedBy>
  <cp:revision>2</cp:revision>
  <dcterms:created xsi:type="dcterms:W3CDTF">2026-02-23T18:05:29Z</dcterms:created>
  <dcterms:modified xsi:type="dcterms:W3CDTF">2026-02-24T16:06:32Z</dcterms:modified>
</cp:coreProperties>
</file>